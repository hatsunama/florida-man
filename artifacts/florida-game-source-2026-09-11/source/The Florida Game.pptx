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3b582cda0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3b582cda0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b582cda0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b582cda0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3b582cda0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3b582cda0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3682f0b9d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3682f0b9d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3682f0b9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3682f0b9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3b9f7662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3b9f7662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3682f0b9d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3682f0b9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3b9f7662f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3b9f7662f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b582cda0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3b582cda0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b582cda0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b582cda0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d0f94ba6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3d0f94ba6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d0f94ba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3d0f94ba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b582cda0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3b582cda0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3b582cda0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3b582cda0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b582cda0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3b582cda0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3b582cda0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3b582cda0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3b582cda0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3b582cda0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3682f0b9d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3682f0b9d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1036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1036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18305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296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0"/>
            <a:ext cx="828155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0622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178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197581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0"/>
            <a:ext cx="828155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295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0622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19452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1415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0"/>
            <a:ext cx="828155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1036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178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1036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1036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179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